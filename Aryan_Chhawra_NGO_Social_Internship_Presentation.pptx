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21792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 i="0">
                <a:solidFill>
                  <a:srgbClr val="222222"/>
                </a:solidFill>
                <a:latin typeface="Aptos"/>
              </a:rPr>
              <a:t>NGO / SOCIAL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325880"/>
            <a:ext cx="7772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DD484C"/>
                </a:solidFill>
                <a:latin typeface="Aptos"/>
              </a:rPr>
              <a:t>at CJ Darcl Logistics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810512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5C5C5C"/>
                </a:solidFill>
                <a:latin typeface="Aptos"/>
              </a:rPr>
              <a:t>Under CSR/NGO Initiative “Shikshalaya”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658368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83879" y="658368"/>
            <a:ext cx="64008" cy="210312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8" y="822959"/>
            <a:ext cx="29535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1225295"/>
            <a:ext cx="2953512" cy="1389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ptos"/>
              </a:rPr>
              <a:t>ARYAN CHHAWRA
25SCS1003003666
B.Tech CSE AI/ML with IBM
Semester 3 | Batch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61488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01 JUNE 2026 — 01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230368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5C5C5C"/>
                </a:solidFill>
                <a:latin typeface="Aptos"/>
              </a:rPr>
              <a:t>INTERNSHIP REPORT &amp; PRESENTATION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3657600"/>
            <a:ext cx="1051560" cy="1051560"/>
          </a:xfrm>
          <a:prstGeom prst="ellipse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64040" y="3154680"/>
            <a:ext cx="1463040" cy="1463040"/>
          </a:xfrm>
          <a:prstGeom prst="ellipse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78440" y="4160520"/>
            <a:ext cx="822960" cy="822960"/>
          </a:xfrm>
          <a:prstGeom prst="ellipse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0" y="4572000"/>
            <a:ext cx="685800" cy="685800"/>
          </a:xfrm>
          <a:prstGeom prst="ellipse">
            <a:avLst/>
          </a:prstGeom>
          <a:solidFill>
            <a:srgbClr val="CD9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A participation-focused social internship under Shikshalaya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55448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2999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ptos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2999232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CJ Darcl Logistics Ltd.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08760"/>
            <a:ext cx="64008" cy="155448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673351"/>
            <a:ext cx="2999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ptos"/>
              </a:rPr>
              <a:t>CSR / NGO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75688"/>
            <a:ext cx="2999232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Shikshalaya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64008" cy="155448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673351"/>
            <a:ext cx="2999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ptos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075688"/>
            <a:ext cx="2999232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1 June 2026 – 1 July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Aptos"/>
              </a:rPr>
              <a:t>The internship focused on practical participation in social and community-oriented activities rather than development of a software product.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343400"/>
            <a:ext cx="8503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• Social welfare activities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• Community outreach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• Awareness programmes</a:t>
            </a:r>
          </a:p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• Assigned responsibilities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Executive 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What the internship involved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342900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ptos"/>
              </a:rPr>
              <a:t>SOCIAL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3044952" cy="2715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5C5C5C"/>
                </a:solidFill>
                <a:latin typeface="Aptos"/>
              </a:rPr>
              <a:t>Active participation in organised social welfare activities carried out under the Shikshalaya initiative.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342900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73351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ptos"/>
              </a:rPr>
              <a:t>COMMUNITY 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3044952" cy="2715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5C5C5C"/>
                </a:solidFill>
                <a:latin typeface="Aptos"/>
              </a:rPr>
              <a:t>Engagement with community-oriented activities and awareness programmes as assigned during the internship.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64008" cy="342900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73351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ptos"/>
              </a:rPr>
              <a:t>PROFESSIONAL CONDUCT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075688"/>
            <a:ext cx="3044952" cy="2715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5C5C5C"/>
                </a:solidFill>
                <a:latin typeface="Aptos"/>
              </a:rPr>
              <a:t>Responsibilities were carried out with sincerity, responsibility and dedication, with emphasis on discipline and accountability.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5C5C5C"/>
                </a:solidFill>
                <a:latin typeface="Aptos"/>
              </a:rPr>
              <a:t>Focus: contribution • communication • cooperation • responsibility • 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Host Organization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CJ Darcl Logistics Ltd. | CSR/NGO Initiative “Shikshalaya”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222222"/>
                </a:solidFill>
                <a:latin typeface="Aptos"/>
              </a:rPr>
              <a:t>CJ Darcl Logistics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5C5C5C"/>
                </a:solidFill>
                <a:latin typeface="Aptos"/>
              </a:rPr>
              <a:t>The internship was completed under the organisation’s CSR/NGO initiative “Shikshalaya”.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89888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389888"/>
            <a:ext cx="64008" cy="123444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554480"/>
            <a:ext cx="47365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REGISTERED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956816"/>
            <a:ext cx="473659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Darcl House, Plot No. 55P, Sector-44, Institutional Area, Gurugram – 122003, Haryana, India.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88920"/>
            <a:ext cx="64008" cy="123444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953512"/>
            <a:ext cx="47365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INTEGRATED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355848"/>
            <a:ext cx="473659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ISO 9001:2015-QMS • ISO 45001:2018-OHSMS • ISO 14001:2015-EMS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187952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4187952"/>
            <a:ext cx="64008" cy="123444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4352544"/>
            <a:ext cx="47365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WORKPLACE 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4754880"/>
            <a:ext cx="473659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The certificate also displays a Great Place To Work certification.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17720"/>
            <a:ext cx="4754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ptos"/>
              </a:rPr>
              <a:t>The report intentionally keeps the initiative’s internal structure general because the certificate does not provide further programme-level details.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Internship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Academic learning translated into social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14300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4782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4782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Participate actively in social welfare activities under Shikshalaya.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114300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782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75688"/>
            <a:ext cx="4782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Contribute to community outreach and awareness programmes.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64008" cy="114300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90672"/>
            <a:ext cx="4782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93008"/>
            <a:ext cx="4782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Complete assigned responsibilities sincerely and responsibly.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26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926080"/>
            <a:ext cx="64008" cy="1143000"/>
          </a:xfrm>
          <a:prstGeom prst="rect">
            <a:avLst/>
          </a:prstGeom>
          <a:solidFill>
            <a:srgbClr val="CD9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090672"/>
            <a:ext cx="4782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493008"/>
            <a:ext cx="4782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Develop practical understanding of organised social initiatives.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64008" cy="114300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07992"/>
            <a:ext cx="4782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10328"/>
            <a:ext cx="4782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Strengthen discipline, communication, cooperation and accountability.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43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343400"/>
            <a:ext cx="64008" cy="114300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4507992"/>
            <a:ext cx="4782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910328"/>
            <a:ext cx="4782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Understand social responsibility alongside academic and professional development.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Core Internship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Activity-oriented responsibilities documented in the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DD484C"/>
                </a:solidFill>
                <a:latin typeface="Aptos"/>
              </a:rPr>
              <a:t>SOCIAL WELFARE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90472"/>
            <a:ext cx="7818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C5C5C"/>
                </a:solidFill>
                <a:latin typeface="Aptos"/>
              </a:rPr>
              <a:t>Support activities intended to contribute to social welfare.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78024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3278BE"/>
                </a:solidFill>
                <a:latin typeface="Aptos"/>
              </a:rPr>
              <a:t>COMMUNITY OUTREACH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50592"/>
            <a:ext cx="7818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C5C5C"/>
                </a:solidFill>
                <a:latin typeface="Aptos"/>
              </a:rPr>
              <a:t>Participate in interaction and engagement with the community.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3756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429168"/>
                </a:solidFill>
                <a:latin typeface="Aptos"/>
              </a:rPr>
              <a:t>AWARENESS PROGRAMMES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410712"/>
            <a:ext cx="7818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C5C5C"/>
                </a:solidFill>
                <a:latin typeface="Aptos"/>
              </a:rPr>
              <a:t>Contribute to programmes intended to spread awareness on relevant social issues.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9768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98264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CD9C37"/>
                </a:solidFill>
                <a:latin typeface="Aptos"/>
              </a:rPr>
              <a:t>ASSIGNED RESPONSIBILITIES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370832"/>
            <a:ext cx="7818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C5C5C"/>
                </a:solidFill>
                <a:latin typeface="Aptos"/>
              </a:rPr>
              <a:t>Complete allocated responsibilities with sincerity and accountability.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5780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58384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DD484C"/>
                </a:solidFill>
                <a:latin typeface="Aptos"/>
              </a:rPr>
              <a:t>PROFESSIONAL CONDUCT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330952"/>
            <a:ext cx="7818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C5C5C"/>
                </a:solidFill>
                <a:latin typeface="Aptos"/>
              </a:rPr>
              <a:t>Maintain discipline, responsibility and dedication throughout the internship.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Working Resources &amp;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No specialised software-development stack was specified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324612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ptos"/>
              </a:rPr>
              <a:t>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2130552" cy="2532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ptos"/>
              </a:rPr>
              <a:t>Interaction and coordination required for community outreach and assigned responsibilities.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1732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417320"/>
            <a:ext cx="64008" cy="324612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81912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ptos"/>
              </a:rP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84248"/>
            <a:ext cx="2130552" cy="2532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ptos"/>
              </a:rPr>
              <a:t>Recording and organising internship-related information and report material.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1732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417320"/>
            <a:ext cx="64008" cy="324612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81912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ptos"/>
              </a:rPr>
              <a:t>AWARENESS 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84248"/>
            <a:ext cx="2130552" cy="2532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ptos"/>
              </a:rPr>
              <a:t>Use of relevant communication material in awareness-oriented activities, where applicable.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41732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1417320"/>
            <a:ext cx="64008" cy="3246120"/>
          </a:xfrm>
          <a:prstGeom prst="rect">
            <a:avLst/>
          </a:prstGeom>
          <a:solidFill>
            <a:srgbClr val="CD9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581912"/>
            <a:ext cx="2130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ptos"/>
              </a:rPr>
              <a:t>TEAM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984248"/>
            <a:ext cx="2130552" cy="2532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ptos"/>
              </a:rPr>
              <a:t>Coordination with people involved in social welfare and outreach activities.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5C5C5C"/>
                </a:solidFill>
                <a:latin typeface="Aptos"/>
              </a:rPr>
              <a:t>The source report explicitly does not claim a programming task, database system, software product or technical deliverable.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Internship Activity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Functional workflow for a social internship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572768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D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1284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DD484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651760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ptos"/>
              </a:rPr>
              <a:t>Shikshalaya
CSR/NGO Initiative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67128" y="2944368"/>
            <a:ext cx="329184" cy="0"/>
          </a:xfrm>
          <a:prstGeom prst="line">
            <a:avLst/>
          </a:prstGeom>
          <a:ln w="1905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2011680"/>
            <a:ext cx="1572768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2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221284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3278B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651760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ptos"/>
              </a:rPr>
              <a:t>Orientation &amp;
Assigned Responsibilities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87368" y="2944368"/>
            <a:ext cx="329184" cy="0"/>
          </a:xfrm>
          <a:prstGeom prst="line">
            <a:avLst/>
          </a:prstGeom>
          <a:ln w="1905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011680"/>
            <a:ext cx="1572768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2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21284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42916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51760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ptos"/>
              </a:rPr>
              <a:t>Social Welfare +
Outreach + Awareness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7608" y="2944368"/>
            <a:ext cx="329184" cy="0"/>
          </a:xfrm>
          <a:prstGeom prst="line">
            <a:avLst/>
          </a:prstGeom>
          <a:ln w="1905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55080" y="2011680"/>
            <a:ext cx="1572768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D9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21284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CD9C3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651760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ptos"/>
              </a:rPr>
              <a:t>Participation,
Coordination &amp; Responsibility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8" y="2944368"/>
            <a:ext cx="329184" cy="0"/>
          </a:xfrm>
          <a:prstGeom prst="line">
            <a:avLst/>
          </a:prstGeom>
          <a:ln w="1905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75320" y="2011680"/>
            <a:ext cx="1572768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D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21284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DD484C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651760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ptos"/>
              </a:rPr>
              <a:t>Completion of
Assigned Activities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48088" y="2944368"/>
            <a:ext cx="329184" cy="0"/>
          </a:xfrm>
          <a:prstGeom prst="line">
            <a:avLst/>
          </a:prstGeom>
          <a:ln w="1905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95560" y="2011680"/>
            <a:ext cx="1572768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2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5288" y="2212848"/>
            <a:ext cx="1353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3278BE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651760"/>
            <a:ext cx="13533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ptos"/>
              </a:rPr>
              <a:t>Completion &amp;
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709160"/>
            <a:ext cx="10149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ptos"/>
              </a:rPr>
              <a:t>A conventional technical system architecture was not applicable; the internship followed a practical participation cycle.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Activity-based and participation-oriented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160020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2763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1.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301752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Understand the nature of the NGO/Social Internship and responsibilities under Shikshalaya.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6304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463040"/>
            <a:ext cx="64008" cy="160020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2763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2. PARTICIPATION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29968"/>
            <a:ext cx="301752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Take part in social welfare, community outreach and awareness programmes as assigned.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46304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463040"/>
            <a:ext cx="64008" cy="160020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2763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3.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029968"/>
            <a:ext cx="301752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Carry out assigned duties sincerely, responsibly and with dedication.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64008" cy="1600200"/>
          </a:xfrm>
          <a:prstGeom prst="rect">
            <a:avLst/>
          </a:prstGeom>
          <a:solidFill>
            <a:srgbClr val="CD9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9359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4.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995928"/>
            <a:ext cx="301752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Maintain discipline, responsibility and cooperation during activities.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342900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62272" y="3429000"/>
            <a:ext cx="64008" cy="160020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93592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ptos"/>
              </a:rPr>
              <a:t>5. COMPLETION &amp;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95928"/>
            <a:ext cx="301752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ptos"/>
              </a:rPr>
              <a:t>Complete the internship and receive certification recording satisfactory conduct, discipline and overall performance.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Skills and understanding developed through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78308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ptos"/>
              </a:rPr>
              <a:t>SOCIAL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3044952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Improved understanding of social welfare and community-oriented activities.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64008" cy="178308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581912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ptos"/>
              </a:rPr>
              <a:t>RESPONSIBILITY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984248"/>
            <a:ext cx="3044952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Greater awareness of responsible participation and accountability.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417320"/>
            <a:ext cx="64008" cy="178308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581912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ptos"/>
              </a:rPr>
              <a:t>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984248"/>
            <a:ext cx="3044952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Development of discipline through completion of assigned responsibilities.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39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20439"/>
            <a:ext cx="64008" cy="1783080"/>
          </a:xfrm>
          <a:prstGeom prst="rect">
            <a:avLst/>
          </a:prstGeom>
          <a:solidFill>
            <a:srgbClr val="CD9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685031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ptos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087368"/>
            <a:ext cx="3044952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Improved communication and coordination in outreach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20439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20439"/>
            <a:ext cx="64008" cy="178308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685031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ptos"/>
              </a:rPr>
              <a:t>SOCIAL RESPONSIBILITY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087368"/>
            <a:ext cx="3044952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A stronger sense of social responsibility.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520439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520439"/>
            <a:ext cx="64008" cy="178308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685031"/>
            <a:ext cx="3044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ptos"/>
              </a:rPr>
              <a:t>ORGANISATIONAL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087368"/>
            <a:ext cx="3044952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Practical exposure to an organised CSR/NGO initiative.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Internship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What the completion certificate confirms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DD484C"/>
                </a:solidFill>
                <a:latin typeface="Aptos"/>
              </a:rPr>
              <a:t>SUCCESSFULLY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11680"/>
            <a:ext cx="49377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ptos"/>
              </a:rPr>
              <a:t>The completion certificate records that Aryan Chhawra successfully completed the NGO/Social Internship with CJ Darcl Logistics Ltd. under the CSR/NGO initiative “Shikshalaya”.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64008" cy="1234440"/>
          </a:xfrm>
          <a:prstGeom prst="rect">
            <a:avLst/>
          </a:prstGeom>
          <a:solidFill>
            <a:srgbClr val="32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581912"/>
            <a:ext cx="4462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984248"/>
            <a:ext cx="446227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5C5C5C"/>
                </a:solidFill>
                <a:latin typeface="Aptos"/>
              </a:rPr>
              <a:t>1 June 2026 – 1 July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834640"/>
            <a:ext cx="64008" cy="1234440"/>
          </a:xfrm>
          <a:prstGeom prst="rect">
            <a:avLst/>
          </a:prstGeom>
          <a:solidFill>
            <a:srgbClr val="4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999232"/>
            <a:ext cx="4462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CERTIFICATE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401568"/>
            <a:ext cx="446227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5C5C5C"/>
                </a:solidFill>
                <a:latin typeface="Aptos"/>
              </a:rPr>
              <a:t>18 July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25196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4251960"/>
            <a:ext cx="64008" cy="1234440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4416552"/>
            <a:ext cx="4462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ptos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818888"/>
            <a:ext cx="446227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ptos"/>
              </a:rPr>
              <a:t>Conduct, discipline and overall performance were recorded as satisfactory.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Professional qualities gained alongside academic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• Understanding how organised social initiatives depend on consistent participation.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• Practising responsibility and accountability while completing assigned activities.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• Strengthening communication and cooperation through outreach-oriented work.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• Developing discipline and professional conduct in an organisational setting.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• Recognising social responsibility as a complement to technical and academic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5C5C5C"/>
                </a:solidFill>
                <a:latin typeface="Aptos"/>
              </a:rPr>
              <a:t>ARYAN CHHAWRA  •  B.Tech CSE AI/ML with IBM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22222"/>
                </a:solidFill>
                <a:latin typeface="Aptos"/>
              </a:rPr>
              <a:t>Internship Completion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C5C5C"/>
                </a:solidFill>
                <a:latin typeface="Aptos"/>
              </a:rPr>
              <a:t>Documentary proof of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914400" cy="54864"/>
          </a:xfrm>
          <a:prstGeom prst="rect">
            <a:avLst/>
          </a:prstGeom>
          <a:solidFill>
            <a:srgbClr val="DD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2918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 i="0">
                <a:solidFill>
                  <a:srgbClr val="5C5C5C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Aryan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325880"/>
            <a:ext cx="845820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 i="0">
                <a:solidFill>
                  <a:srgbClr val="222222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 i="0">
                <a:solidFill>
                  <a:srgbClr val="DD484C"/>
                </a:solidFill>
                <a:latin typeface="Aptos"/>
              </a:rPr>
              <a:t>NGO / Social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5C5C5C"/>
                </a:solidFill>
                <a:latin typeface="Aptos"/>
              </a:rPr>
              <a:t>CJ Darcl Logistics Ltd. | CSR/NGO Initiative “Shikshalaya”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222222"/>
                </a:solidFill>
                <a:latin typeface="Aptos"/>
              </a:rPr>
              <a:t>ARYAN CHHAWRA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Aptos"/>
              </a:rPr>
              <a:t>25SCS1003003666  •  B.Tech CSE AI/ML with IBM  •  Batch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222222"/>
                </a:solidFill>
                <a:latin typeface="Apto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5C5C5C"/>
                </a:solidFill>
                <a:latin typeface="Aptos"/>
              </a:rPr>
              <a:t>IILM University | School of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